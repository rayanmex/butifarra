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2" d="100"/>
          <a:sy n="52" d="100"/>
        </p:scale>
        <p:origin x="8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0A587-AB1D-FF3B-F185-682275E20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338E8D-A70E-1DD5-4114-F5026711C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D9FFC-3AD4-C57E-68A4-3258BB6D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F4DF5E-E3A9-0A00-569E-FCAA2A50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A95D47-A636-3579-956C-988D930A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778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AA215-4734-7371-E9DA-1725F9B7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9B0E59-4680-F9FA-E7EE-F51CF108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403E0E-265E-FAD8-0142-0D0C0DA4C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A89FC8-3EE6-F3AB-AE24-9BA69B43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3052F-34BA-F3D6-656C-3F522BC0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228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DC619-9190-4663-CF66-DB152E8D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FDD57E-8C86-8FE8-60E6-E13AF4E60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57E3FB-5A69-A5EF-30A7-74DACD4E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E3C004-840F-9CCC-64CC-E3D498FB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79B072-20A0-DAAB-AF44-D920B8C1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645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1AB7D-F0E4-FF7C-E88D-B660BA5D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362BF-A9BD-6149-0864-031B46C26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CCAA06-7D16-2E5A-7923-E76EB6EDA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BB3E48-D45A-2DBB-5C33-4384841C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D4F0F1-FE60-E547-F54F-D5118214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009578-7ADE-5A7C-6385-8E5D5537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844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EE255-6876-BC2D-B385-6EB75A1E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2BD0FD-26C0-786C-0B6C-2DBCF1BB6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A42477-6B36-A51A-8498-27C7372B1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8D0FD8-FDC5-8597-3200-8B1AD5597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F5C9F2-8A62-35BC-9012-F33DD9F97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D22584-F292-1E66-E352-DB977790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CE54CE-68A3-C7A4-00CE-0009E591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B2C3AC-23AB-633E-568E-E31B7DC5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993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F91B4-0903-0EE3-2F4B-662A630C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4EC52B-34DF-0FFA-62D1-85EEE9FC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0EB787-4709-7922-8961-8DA72BE9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805F05-2CAF-A877-22F7-78374288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177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82C36D-5E9C-0D2F-CC7A-54A11351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BF85E4-1217-CC92-836B-3C0E4ED2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CB3B08-DA66-6422-01DF-E7820EA3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78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52F57-AF12-11DC-4029-05E8D572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9207A7-42DA-24E5-D67B-C73285371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AC0B2-2A0F-5CDB-B789-680F74924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C0C87A-1E4A-99C0-0B96-9B9E7A128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72F886-6614-B4E6-DD3D-F6734BF2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606535-31CB-6E99-0936-5D837E11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42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707E3-9908-36CC-8F14-8477753E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F43E03-B95B-2865-95E9-A8B9F6E67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45A425-B0B9-EFDC-F235-1D8178002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BAEA4D-80E6-01AE-2B89-6B3809FD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F4C84B-25D4-C7AD-F69A-69908DAB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AEC689-8F89-91F3-4A5E-730DE70C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038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A9659-BD15-74B7-7CA7-EA6B3449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C8B9F2-DEA7-9B9E-B48D-C558353F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57E84-0340-AFC5-FBE8-C27D42CF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0276EA-CC7F-83D0-028B-B6F2B135E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F8FDFD-6EC9-0798-68B4-26D7ED37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523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9D15EE-DBBD-55AF-145D-9A00A14E0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CEEF68-DAAC-0061-BC17-FD4B4FE45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DA384C-C634-FB0C-C0E3-A86CDD9B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D18781-DA5E-EEBA-B0F2-90E9FFEF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766C9A-E473-56B6-7B93-45A290C2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414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C3AAA0-4274-84EE-2B87-404B8445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EF749A-D026-DC98-A579-3F0A28AF4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A36A0B-2EC5-B1CA-1388-DB953440F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DCF9F-F723-42AF-9C07-5A569A4CB6E5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49EFB0-7C64-4C74-03A0-5CB743907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54C33B-CC65-30BE-50E9-9A42208E2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716B0-6AD1-41A9-9C50-A435791313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83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EB239-CC32-1272-BC94-19FA42E442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E8FAE9-018B-E0F9-730F-680722BE41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8FB482-32F9-CD23-067C-D3E392AF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137653"/>
            <a:ext cx="8507012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232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2026-09-21T00:19:25Z</dcterms:created>
  <dcterms:modified xsi:type="dcterms:W3CDTF">2026-09-21T00:19:46Z</dcterms:modified>
</cp:coreProperties>
</file>